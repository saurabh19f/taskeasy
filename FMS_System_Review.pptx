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377440"/>
            <a:ext cx="7315200" cy="7315200"/>
          </a:xfrm>
          <a:prstGeom prst="ellipse">
            <a:avLst/>
          </a:prstGeom>
          <a:solidFill>
            <a:srgbClr val="1332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914400" cy="914400"/>
          </a:xfrm>
          <a:prstGeom prst="ellipse">
            <a:avLst/>
          </a:prstGeom>
          <a:solidFill>
            <a:srgbClr val="13325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1704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TASKEASY WORKFLOW 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 System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Workflow Logic &amp; Code Audit Findings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Captain   -   June 22,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2716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19915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024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2697480"/>
            <a:ext cx="44956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FMS is, inside TaskEasy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 model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lifecycle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on-time logic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experience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features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4448" y="1600200"/>
            <a:ext cx="522716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90208" y="1920240"/>
            <a:ext cx="548640" cy="548640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531" y="19915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1728" y="192024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Fixes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35928" y="2697480"/>
            <a:ext cx="44956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methodology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today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findings from code review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fixes applied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open items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FMS Module?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Management System - TaskEasy's engine for recurring, multi-step operational workflows (payment follow-ups, onboarding, maintenance checks) where each step is assigned to a person, carries a planned date, and is tracked through to on-time completion.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FOUR CORE TASKEASY MODULES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4535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46822" y="4023360"/>
            <a:ext cx="640080" cy="64008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032" y="4106570"/>
            <a:ext cx="473659" cy="4736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80060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31520" y="5257800"/>
            <a:ext cx="22706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59404" y="3749040"/>
            <a:ext cx="24535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6146" y="4023360"/>
            <a:ext cx="640080" cy="64008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356" y="410657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50844" y="480060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Request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50844" y="5257800"/>
            <a:ext cx="22706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78728" y="3749040"/>
            <a:ext cx="245356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85470" y="4023360"/>
            <a:ext cx="640080" cy="640080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680" y="4106570"/>
            <a:ext cx="473659" cy="4736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0168" y="480060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370168" y="5257800"/>
            <a:ext cx="22706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98051" y="3749040"/>
            <a:ext cx="2453564" cy="1965960"/>
          </a:xfrm>
          <a:prstGeom prst="roundRect">
            <a:avLst>
              <a:gd name="adj" fmla="val 372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04793" y="4023360"/>
            <a:ext cx="640080" cy="640080"/>
          </a:xfrm>
          <a:prstGeom prst="ellipse">
            <a:avLst/>
          </a:prstGeom>
          <a:solidFill>
            <a:srgbClr val="13325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004" y="4106570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491" y="480060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189491" y="5257800"/>
            <a:ext cx="22706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Model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 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 Visible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- create, import, publish, 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+ Team x Pending/Completed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workflows, import, publish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+ Team x Pending/Completed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workflows, complete own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+ Team x Pending/Completed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assigned steps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Pending FMS / Completed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assigned steps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Pending FMS / Completed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1DD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5687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5747004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553212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enforced twice: the sidebar hides modules a role can't use, and every backend endpoint independently checks the same permission - hidden UI is never the only protection.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- Three Prisma Models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149498" cy="3246120"/>
          </a:xfrm>
          <a:prstGeom prst="roundRect">
            <a:avLst>
              <a:gd name="adj" fmla="val 2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02920" cy="50292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00" y="20313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542032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FmsWorkflow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6207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3246120"/>
            <a:ext cx="2555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ID (WF-001)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project, status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to PUBLISHED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53586" y="315468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380" y="3197474"/>
            <a:ext cx="243596" cy="2435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29658" y="1737360"/>
            <a:ext cx="3149498" cy="3246120"/>
          </a:xfrm>
          <a:prstGeom prst="roundRect">
            <a:avLst>
              <a:gd name="adj" fmla="val 2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49698" y="1965960"/>
            <a:ext cx="502920" cy="502920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078" y="203134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49698" y="2542032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FmsStep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749698" y="286207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749698" y="3246120"/>
            <a:ext cx="2555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template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stepNo, what / how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role or user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planned date, no status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643165" y="315468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959" y="3197474"/>
            <a:ext cx="243596" cy="24359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19237" y="1737360"/>
            <a:ext cx="3149498" cy="3246120"/>
          </a:xfrm>
          <a:prstGeom prst="roundRect">
            <a:avLst>
              <a:gd name="adj" fmla="val 2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539277" y="1965960"/>
            <a:ext cx="502920" cy="502920"/>
          </a:xfrm>
          <a:prstGeom prst="ellipse">
            <a:avLst/>
          </a:prstGeom>
          <a:solidFill>
            <a:srgbClr val="E7F6E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656" y="2031340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39277" y="2542032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FmsTask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8539277" y="2862072"/>
            <a:ext cx="2509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RECORD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8539277" y="3246120"/>
            <a:ext cx="2555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ID (FMS-2026-001)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personId, plannedDate, actualDate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delayDays, onTimeStatus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7F6ED"/>
          </a:solidFill>
          <a:ln/>
        </p:spPr>
      </p:sp>
      <p:sp>
        <p:nvSpPr>
          <p:cNvPr id="27" name="Shape 20"/>
          <p:cNvSpPr/>
          <p:nvPr/>
        </p:nvSpPr>
        <p:spPr>
          <a:xfrm>
            <a:off x="868680" y="54589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60" y="5524348"/>
            <a:ext cx="372161" cy="37216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08760" y="525780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read, completion, and analytics call in the FMS module queries FmsTask. FmsStep is a template only - rows written there are invisible to the rest of the system.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 Lifecycle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639507" y="27203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7056" y="2767889"/>
            <a:ext cx="270662" cy="2706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96894" y="246888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96894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(WF-001)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21814" y="27203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363" y="2767889"/>
            <a:ext cx="270662" cy="27066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9201" y="246888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479201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913827" y="35661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3827" y="406908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 + planned date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004121" y="27203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670" y="2767889"/>
            <a:ext cx="270662" cy="27066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661508" y="246888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661508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5096134" y="35661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assignee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96134" y="406908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+ email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86428" y="27203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977" y="2767889"/>
            <a:ext cx="270662" cy="27066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843815" y="246888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843815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278441" y="35661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marks Done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278441" y="406908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remarks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10026122" y="2468880"/>
            <a:ext cx="868680" cy="86868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10026122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9460748" y="3566160"/>
            <a:ext cx="19994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done?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460748" y="4069080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 workflow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EAF2F7"/>
          </a:solidFill>
          <a:ln/>
        </p:spPr>
      </p:sp>
      <p:sp>
        <p:nvSpPr>
          <p:cNvPr id="33" name="Shape 27"/>
          <p:cNvSpPr/>
          <p:nvPr/>
        </p:nvSpPr>
        <p:spPr>
          <a:xfrm>
            <a:off x="868680" y="5532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60" y="5597500"/>
            <a:ext cx="372161" cy="37216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08760" y="534924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fresh pending step is later added to a workflow already marked complete, the system reverts it back to DRAFT - it's no longer actually finished.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&amp; On-Time Logic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126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step is marked Done, actualDate is stamped to now()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plannedDate and actualDate are compared against the company calendar - working days, hours, and holidays, not raw calendar time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written back to the FmsTask row as delayDays (a float) and onTimeStatus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6126480" cy="1417320"/>
          </a:xfrm>
          <a:prstGeom prst="roundRect">
            <a:avLst>
              <a:gd name="adj" fmla="val 5161"/>
            </a:avLst>
          </a:prstGeom>
          <a:solidFill>
            <a:srgbClr val="FDF1D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49117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46177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task due Friday evening and finished Monday morning isn't 3 days late - the weekend doesn't count against the assignee.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1691640"/>
            <a:ext cx="4327855" cy="434340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43800" y="19202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43800" y="224028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Monthly fire-extinguisher check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54380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0" y="2834640"/>
            <a:ext cx="2499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Fri, 5:00 PM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4380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78240" y="3429000"/>
            <a:ext cx="2499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Mon, 9:40 AM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543800" y="4160520"/>
            <a:ext cx="1554480" cy="365760"/>
          </a:xfrm>
          <a:prstGeom prst="roundRect">
            <a:avLst>
              <a:gd name="adj" fmla="val 40000"/>
            </a:avLst>
          </a:prstGeom>
          <a:solidFill>
            <a:srgbClr val="E7F6ED"/>
          </a:solidFill>
          <a:ln/>
        </p:spPr>
      </p:sp>
      <p:sp>
        <p:nvSpPr>
          <p:cNvPr id="17" name="Text 14"/>
          <p:cNvSpPr/>
          <p:nvPr/>
        </p:nvSpPr>
        <p:spPr>
          <a:xfrm>
            <a:off x="754380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235440" y="4160520"/>
            <a:ext cx="2041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working days late - weekend excluded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543800" y="4754880"/>
            <a:ext cx="1554480" cy="365760"/>
          </a:xfrm>
          <a:prstGeom prst="roundRect">
            <a:avLst>
              <a:gd name="adj" fmla="val 40000"/>
            </a:avLst>
          </a:prstGeom>
          <a:solidFill>
            <a:srgbClr val="FBEAEA"/>
          </a:solidFill>
          <a:ln/>
        </p:spPr>
      </p:sp>
      <p:sp>
        <p:nvSpPr>
          <p:cNvPr id="20" name="Text 17"/>
          <p:cNvSpPr/>
          <p:nvPr/>
        </p:nvSpPr>
        <p:spPr>
          <a:xfrm>
            <a:off x="7543800" y="4754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35440" y="4754880"/>
            <a:ext cx="2041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calendar math would have said 3 days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Experience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737360" cy="384048"/>
          </a:xfrm>
          <a:prstGeom prst="roundRect">
            <a:avLst>
              <a:gd name="adj" fmla="val 38095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42032" y="1691640"/>
            <a:ext cx="1737360" cy="384048"/>
          </a:xfrm>
          <a:prstGeom prst="roundRect">
            <a:avLst>
              <a:gd name="adj" fmla="val 38095"/>
            </a:avLst>
          </a:prstGeom>
          <a:solidFill>
            <a:srgbClr val="EAF2F7"/>
          </a:solidFill>
          <a:ln/>
        </p:spPr>
      </p:sp>
      <p:sp>
        <p:nvSpPr>
          <p:cNvPr id="7" name="Text 5"/>
          <p:cNvSpPr/>
          <p:nvPr/>
        </p:nvSpPr>
        <p:spPr>
          <a:xfrm>
            <a:off x="2542032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Completed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43984" y="1691640"/>
            <a:ext cx="1737360" cy="384048"/>
          </a:xfrm>
          <a:prstGeom prst="roundRect">
            <a:avLst>
              <a:gd name="adj" fmla="val 38095"/>
            </a:avLst>
          </a:prstGeom>
          <a:solidFill>
            <a:srgbClr val="EAF2F7"/>
          </a:solidFill>
          <a:ln/>
        </p:spPr>
      </p:sp>
      <p:sp>
        <p:nvSpPr>
          <p:cNvPr id="9" name="Text 7"/>
          <p:cNvSpPr/>
          <p:nvPr/>
        </p:nvSpPr>
        <p:spPr>
          <a:xfrm>
            <a:off x="4443984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Pending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45936" y="1691640"/>
            <a:ext cx="1737360" cy="384048"/>
          </a:xfrm>
          <a:prstGeom prst="roundRect">
            <a:avLst>
              <a:gd name="adj" fmla="val 38095"/>
            </a:avLst>
          </a:prstGeom>
          <a:solidFill>
            <a:srgbClr val="EAF2F7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Completed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2377440"/>
                <a:gridCol w="1645920"/>
                <a:gridCol w="1188720"/>
                <a:gridCol w="146304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Follow-up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confirmation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Mehta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extinguisher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Iyer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laptop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Verma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461772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4911700"/>
            <a:ext cx="372161" cy="3721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4617720"/>
            <a:ext cx="97228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opens a modal for remarks (and proof, where required) before the step is marked complete - Employees see only their own tabs; Admin/Super Admin/Manager additionally see Team tabs.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Features (as designed)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53564" cy="3200400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6822" y="2011680"/>
            <a:ext cx="640080" cy="64008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032" y="20948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1792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Sheet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19963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Bulk-load steps from a CSV: workflow, step, assignee, planned date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59404" y="1737360"/>
            <a:ext cx="2453564" cy="3200400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146" y="2011680"/>
            <a:ext cx="640080" cy="64008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356" y="209489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6564" y="2834640"/>
            <a:ext cx="21792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8004" y="3291840"/>
            <a:ext cx="19963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completed, on-time rate, completion rate, recent workflows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8728" y="1737360"/>
            <a:ext cx="2453564" cy="3200400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85470" y="2011680"/>
            <a:ext cx="640080" cy="64008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680" y="209489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5888" y="2834640"/>
            <a:ext cx="21792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AI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07328" y="3291840"/>
            <a:ext cx="19963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workflow in plain language; AI drafts steps &amp; SLAs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98051" y="1737360"/>
            <a:ext cx="2453564" cy="3200400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04793" y="2011680"/>
            <a:ext cx="640080" cy="64008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004" y="209489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211" y="2834640"/>
            <a:ext cx="21792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26651" y="3291840"/>
            <a:ext cx="19963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step-by-step diagram of a workflow's progress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16636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FDF1DD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5394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60" y="546034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16636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these four buttons turned out to be dead ends in code review - covered in the audit section.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 Permission Matrix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  <a:gridCol w="219456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fms.manage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fms.import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fms.publish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fms.complete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4406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E7F6ED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5623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568894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544068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checks are exact-string matches - there's no manage implies complete rule. Each capability has to be granted explicitly per role.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32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868680" cy="868680"/>
          </a:xfrm>
          <a:prstGeom prst="ellipse">
            <a:avLst/>
          </a:prstGeom>
          <a:solidFill>
            <a:srgbClr val="1332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08" y="1484528"/>
            <a:ext cx="642823" cy="64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423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FMS Actually Working?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source-level code audit of every FMS button and endpoint - what's solid, what's broken, and what we fixed today.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Verified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271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0830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5284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005840" y="269748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Source-level trace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200400"/>
            <a:ext cx="449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every FMS endpoint from controller to service to DTO to Prisma model, end to end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90208" y="2011680"/>
            <a:ext cx="548640" cy="548640"/>
          </a:xfrm>
          <a:prstGeom prst="ellipse">
            <a:avLst/>
          </a:prstGeom>
          <a:solidFill>
            <a:srgbClr val="DCEA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531" y="208300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37215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6690208" y="269748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re-check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90208" y="3200400"/>
            <a:ext cx="449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fresh-eyes review re-read the AI service, workflow-builder page, permissions, and queue processors to rule out a bridging code path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61772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FDF1DD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80" y="491170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773168"/>
            <a:ext cx="9722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caveat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554480" y="5074920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database or network egress to the MongoDB Atlas cluster was available in this review environment. Findings below are verified at the source-code level, not yet confirmed by a live click-through test.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E7F6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3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00584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paths fully wired end to 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4560" y="4434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770" y="4518050"/>
            <a:ext cx="473659" cy="47365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828800"/>
            <a:ext cx="274320" cy="2743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66360" y="1783080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Builder UI (manual form)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754880" y="2487168"/>
            <a:ext cx="274320" cy="2743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66360" y="2441448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createWorkflow() + addStep()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754880" y="3145536"/>
            <a:ext cx="274320" cy="2743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166360" y="3099816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real FmsTask row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754880" y="3803904"/>
            <a:ext cx="274320" cy="2743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66360" y="3758184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correctly in Pending tabs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754880" y="4462272"/>
            <a:ext cx="274320" cy="2743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166360" y="4416552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completeStep() computes delay &amp; on-time status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754880" y="5120640"/>
            <a:ext cx="274320" cy="2743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166360" y="5074920"/>
            <a:ext cx="6339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auto-publishes when every step is done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Sheet Writes to the Wrong Table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814255" y="420624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206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 WRITES 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prisma.fmsStep.create()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blueprint table)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2290572"/>
            <a:ext cx="402336" cy="402336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584" y="2342876"/>
            <a:ext cx="297729" cy="29772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166360" y="17830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QUERIES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4068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prisma.fmsTask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(findSteps, completeStep, analytics)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0" y="2217420"/>
            <a:ext cx="548640" cy="54864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323" y="2288743"/>
            <a:ext cx="405994" cy="40599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0080" y="3520440"/>
            <a:ext cx="10911535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05840" y="3749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FmsImportService.importFromJson() created FmsStep rows - a model with no plannedDate, status, or fmsTaskId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shows Imported 12 step(s) successfully - a false positive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those rows can ever appear in My Pending FMS, and none can ever be marked Done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bulk-imported work silently disappears into a table nothing else reads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with AI Never Persists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814255" y="420624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206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 RETURNS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draft only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Prisma call anywhere)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2290572"/>
            <a:ext cx="402336" cy="402336"/>
          </a:xfrm>
          <a:prstGeom prst="ellipse">
            <a:avLst/>
          </a:prstGeom>
          <a:solidFill>
            <a:srgbClr val="EAF2F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584" y="2342876"/>
            <a:ext cx="297729" cy="29772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166360" y="17830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THEN TELLS USER 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4068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steps and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Import Sheet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0" y="2217420"/>
            <a:ext cx="548640" cy="54864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323" y="2288743"/>
            <a:ext cx="405994" cy="40599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0080" y="3520440"/>
            <a:ext cx="10911535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05840" y="374904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ai.service.ts queues a job; ai.processor.ts calls the LLM and returns the step array as the job result - nothing is written to the database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suggested next step funnels straight into Finding 1's broken Import path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AI-generated workflows are two bugs deep - there is no working path from a prompt to a completable task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Can't Complete Their Own FMS Tasks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814255" y="420624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DF1D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206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11535" cy="1554480"/>
          </a:xfrm>
          <a:prstGeom prst="roundRect">
            <a:avLst>
              <a:gd name="adj" fmla="val 4706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65960"/>
            <a:ext cx="10271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ROLE_PERMISSIONS.ADMIN  (permissions.ts)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FMS_MANAGE, FMS_IMPORT, FMS_PUBLISH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64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FMS_COMPLETE   &lt;- missing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911535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794760"/>
            <a:ext cx="101800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PermissionsGuard does exact string matching - there is no manage implies complete fallback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Admin is ever assigned (or self-assigns) an FMS step, PATCH /fms/steps/:id/complete returns 403 Forbidden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role that can be assigned a step - Super Admin, Manager, Team Lead, Employee - already had fms.complete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Test Coverage on FMS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814255" y="420624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DF1DD"/>
          </a:solidFill>
          <a:ln/>
        </p:spPr>
      </p:sp>
      <p:sp>
        <p:nvSpPr>
          <p:cNvPr id="5" name="Text 3"/>
          <p:cNvSpPr/>
          <p:nvPr/>
        </p:nvSpPr>
        <p:spPr>
          <a:xfrm>
            <a:off x="9814255" y="4206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023360" cy="4251960"/>
          </a:xfrm>
          <a:prstGeom prst="roundRect">
            <a:avLst>
              <a:gd name="adj" fmla="val 1818"/>
            </a:avLst>
          </a:prstGeom>
          <a:solidFill>
            <a:srgbClr val="FBEAEA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432" y="2221992"/>
            <a:ext cx="676656" cy="676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546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64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.spec.ts files under modules/fms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0640" y="1783080"/>
            <a:ext cx="6430975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2057400"/>
            <a:ext cx="56994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 tests for FmsService (addStep, completeStep, getAnalytics)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 tests for FmsImportService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e2e coverage of the FMS controller routes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Findings 1-3 would have been caught by CI before reaching this review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Fixes Shipped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27168" cy="4434840"/>
          </a:xfrm>
          <a:prstGeom prst="roundRect">
            <a:avLst>
              <a:gd name="adj" fmla="val 1649"/>
            </a:avLst>
          </a:prstGeom>
          <a:solidFill>
            <a:srgbClr val="E7F6ED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037283"/>
            <a:ext cx="405994" cy="4059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87088" y="2011680"/>
            <a:ext cx="914400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4587088" y="20116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60604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1 - Import now writes FmsTask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3337560"/>
            <a:ext cx="44956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fms-import.service.ts now calls prisma.fmsTask.create() with a generated fmsTaskId, personId, and status: PENDING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required plannedDate CSV column (validated; rows without it are skipped with an error, not silently dropped)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Reverts a PUBLISHED workflow back to DRAFT if new pending work lands in it - same rule as addStep()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24448" y="1691640"/>
            <a:ext cx="5227168" cy="4434840"/>
          </a:xfrm>
          <a:prstGeom prst="roundRect">
            <a:avLst>
              <a:gd name="adj" fmla="val 1649"/>
            </a:avLst>
          </a:prstGeom>
          <a:solidFill>
            <a:srgbClr val="E7F6ED"/>
          </a:solidFill>
          <a:ln/>
        </p:spPr>
      </p:sp>
      <p:sp>
        <p:nvSpPr>
          <p:cNvPr id="12" name="Shape 9"/>
          <p:cNvSpPr/>
          <p:nvPr/>
        </p:nvSpPr>
        <p:spPr>
          <a:xfrm>
            <a:off x="6690208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531" y="2037283"/>
            <a:ext cx="405994" cy="40599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271455" y="2011680"/>
            <a:ext cx="914400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10271455" y="20116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690208" y="260604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2 - Admin granted fms.complete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690208" y="3337560"/>
            <a:ext cx="44956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permissions.ts: PERMISSIONS.FMS_COMPLETE added to ROLE_PERMISSIONS.ADMIN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assigned an FMS step can now mark it Done without a 403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Open Items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84248"/>
            <a:ext cx="566928" cy="566928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05794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AI generation to persistence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468880"/>
            <a:ext cx="3901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AI draft into the (now-fixed) import / addStep path so generated workflows actually save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8728" y="169164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8768" y="1984248"/>
            <a:ext cx="566928" cy="566928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468" y="205794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0288" y="1892808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FMS test coverage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30288" y="2468880"/>
            <a:ext cx="3901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FmsService and FmsImportService; e2e coverage for the controller routes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133088"/>
            <a:ext cx="566928" cy="566928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21" y="420678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41648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verification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91640" y="4617720"/>
            <a:ext cx="3901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real click-through (import to pending list to complete) once DB/network access is available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8728" y="38404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8768" y="4133088"/>
            <a:ext cx="566928" cy="566928"/>
          </a:xfrm>
          <a:prstGeom prst="ellipse">
            <a:avLst/>
          </a:prstGeom>
          <a:solidFill>
            <a:srgbClr val="FDF1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468" y="4206789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0288" y="4041648"/>
            <a:ext cx="390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Map has no backend yet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30288" y="4617720"/>
            <a:ext cx="3901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step-diagram button is UI-only - no API behind it currently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6510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FMS SYSTEM - INTERNAL REVIEW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332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1332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1015441"/>
            <a:ext cx="575158" cy="57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Is Sound. Two Doors Were Locked.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3332378" cy="1828800"/>
          </a:xfrm>
          <a:prstGeom prst="roundRect">
            <a:avLst>
              <a:gd name="adj" fmla="val 4000"/>
            </a:avLst>
          </a:prstGeom>
          <a:solidFill>
            <a:srgbClr val="13325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68680" y="48006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shipped today (Import path, Admin permission)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9658" y="3749040"/>
            <a:ext cx="3332378" cy="1828800"/>
          </a:xfrm>
          <a:prstGeom prst="roundRect">
            <a:avLst>
              <a:gd name="adj" fmla="val 4000"/>
            </a:avLst>
          </a:prstGeom>
          <a:solidFill>
            <a:srgbClr val="13325B"/>
          </a:solidFill>
          <a:ln/>
        </p:spPr>
      </p:sp>
      <p:sp>
        <p:nvSpPr>
          <p:cNvPr id="11" name="Text 8"/>
          <p:cNvSpPr/>
          <p:nvPr/>
        </p:nvSpPr>
        <p:spPr>
          <a:xfrm>
            <a:off x="4429658" y="38862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658258" y="48006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still open (AI persistence, test coverage)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19237" y="3749040"/>
            <a:ext cx="3332378" cy="1828800"/>
          </a:xfrm>
          <a:prstGeom prst="roundRect">
            <a:avLst>
              <a:gd name="adj" fmla="val 4000"/>
            </a:avLst>
          </a:prstGeom>
          <a:solidFill>
            <a:srgbClr val="13325B"/>
          </a:solidFill>
          <a:ln/>
        </p:spPr>
      </p:sp>
      <p:sp>
        <p:nvSpPr>
          <p:cNvPr id="14" name="Text 11"/>
          <p:cNvSpPr/>
          <p:nvPr/>
        </p:nvSpPr>
        <p:spPr>
          <a:xfrm>
            <a:off x="8219237" y="38862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447837" y="48006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- recommended before next release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Captain   -   saurabhke4@gmail.com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FMS System - Architecture, Workflow &amp; Audit Findings</dc:title>
  <dc:subject>PptxGenJS Presentation</dc:subject>
  <dc:creator>TaskEasy</dc:creator>
  <cp:lastModifiedBy>TaskEasy</cp:lastModifiedBy>
  <cp:revision>1</cp:revision>
  <dcterms:created xsi:type="dcterms:W3CDTF">2026-06-22T12:16:08Z</dcterms:created>
  <dcterms:modified xsi:type="dcterms:W3CDTF">2026-06-22T12:16:08Z</dcterms:modified>
</cp:coreProperties>
</file>